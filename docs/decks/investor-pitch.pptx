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" name="Image 0" descr="D:/skillsgit/scratch/logo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78308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96596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that think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your best people.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6118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two-sided marketplace where practitioners sell their methodology as composable AI brains.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4526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Seed round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AI agent is a novice.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8138160" cy="8686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7315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pay LLMs for raw capability —  </a:t>
            </a:r>
            <a:pPr indent="0" marL="0">
              <a:buNone/>
            </a:pPr>
            <a:r>
              <a:rPr lang="en-US" sz="14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rebuild the same methodology in prompts, in code, in Cursor rules. Over and over.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724912"/>
            <a:ext cx="8138160" cy="8686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724912"/>
            <a:ext cx="7315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24912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417320" y="2724912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practitioners' decision-making lives in their heads.  </a:t>
            </a:r>
            <a:pPr indent="0" marL="0">
              <a:buNone/>
            </a:pPr>
            <a:r>
              <a:rPr lang="en-US" sz="14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leave the team, the methodology leaves with them.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758184"/>
            <a:ext cx="8138160" cy="8686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758184"/>
            <a:ext cx="7315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58184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417320" y="3758184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clean way  </a:t>
            </a:r>
            <a:pPr indent="0" marL="0">
              <a:buNone/>
            </a:pPr>
            <a:r>
              <a:rPr lang="en-US" sz="14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compose proven, real-world methodology into an AI agent's working context.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has a file format.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B5B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called .skills.md.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— </a:t>
            </a:r>
            <a:pPr indent="0" marL="0">
              <a:buNone/>
            </a:pPr>
            <a:r>
              <a:rPr lang="en-US" sz="13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+ body. Agents read it like a runbook.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907792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163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— </a:t>
            </a:r>
            <a:pPr indent="0" marL="0">
              <a:buNone/>
            </a:pPr>
            <a:r>
              <a:rPr lang="en-US" sz="13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many skills together to build a job role.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621024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2958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Updatable — </a:t>
            </a:r>
            <a:pPr indent="0" marL="0">
              <a:buNone/>
            </a:pPr>
            <a:r>
              <a:rPr lang="en-US" sz="13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publish v1.0.1 the same way they push a blog post.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417320"/>
            <a:ext cx="3749040" cy="3200400"/>
          </a:xfrm>
          <a:prstGeom prst="rect">
            <a:avLst/>
          </a:prstGeom>
          <a:solidFill>
            <a:srgbClr val="121A45"/>
          </a:solidFill>
          <a:ln w="12700">
            <a:solidFill>
              <a:srgbClr val="121A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blue-green-rollback-at-3am.skills.md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874520"/>
            <a:ext cx="3383280" cy="0"/>
          </a:xfrm>
          <a:prstGeom prst="line">
            <a:avLst/>
          </a:prstGeom>
          <a:noFill/>
          <a:ln w="9525">
            <a:solidFill>
              <a:srgbClr val="2A34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984248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memory_neuron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Blue/green rollback at 3am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creator: jane-devops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parent_occupation_id: ai-devops-engineer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situation: "Health check flapped after deploy."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decision: "Roll back before paging on-call."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outcome: "Restored in 4 min. No SLO burn."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confidence: 0.85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target: incident-response-loop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relation: applies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AA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When to use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deploy looks healthy, then one signal flaps.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4663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README. Agents read it like a runbook.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Occupations + Practitioner Personas.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794760" cy="260604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379476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099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842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professional baseline.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AI DevOps Engineer.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curated methodology skills,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graph-linked across CI/CD, observability, incident, IaC, security, cost, platform.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and versioned by the platform.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3794760" cy="260604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08760"/>
            <a:ext cx="3794760" cy="914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7099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19842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Lived experience on top.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074920" y="256032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"Jane, the on-call veteran."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neurons from real situations,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and outcomes — written by a practitioner who lived through them.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and priced by the individual.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15968" y="2670048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composes: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occupation + N personas</a:t>
            </a:r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one downloadable vault their agent loads.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 once. Compose forever.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331720" cy="187452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7612" y="162763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7612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Practitioner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 real situation — what happened, what was decided, what changed.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capture form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01568" y="1828800"/>
            <a:ext cx="2331720" cy="187452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6260" y="162763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626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38728" y="21214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extraction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38728" y="26974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Claude turns the recording into a structured memory neuron, PII-scanned and validated.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38728" y="3383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platform-key, free for MVP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2331720" cy="187452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74052" y="162763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4052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21214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Buyer's agent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6974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composed vault and consults neurons by name when answering — with attribution.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3383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ChatGPT, custom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07792" y="2766060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3154680" y="2674620"/>
            <a:ext cx="164592" cy="18288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2766060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6053328" y="2674620"/>
            <a:ext cx="164592" cy="18288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605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captured situation flows from a practitioner's keyboard into every buyer's agent — with the practitioner's name on the citation.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the agent. Watch it consult its sources.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138160" cy="502920"/>
          </a:xfrm>
          <a:prstGeom prst="rect">
            <a:avLst/>
          </a:prstGeom>
          <a:solidFill>
            <a:srgbClr val="E5EE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</a:t>
            </a:r>
            <a:pPr indent="0" marL="0">
              <a:buNone/>
            </a:pPr>
            <a:r>
              <a:rPr lang="en-US" sz="1300" i="1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“AWS bill is up 40% this month. What do you check first?”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4754880" cy="2194560"/>
          </a:xfrm>
          <a:prstGeom prst="rect">
            <a:avLst/>
          </a:prstGeom>
          <a:solidFill>
            <a:srgbClr val="121A45"/>
          </a:solidFill>
          <a:ln w="12700">
            <a:solidFill>
              <a:srgbClr val="121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67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egress before instance hours.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replication or a new NAT gateway path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explains a sudden 40% step-change.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VPC flow logs for the top 5 destinations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 vs. last. If you see a new ARN or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AZ pair, you've found it. (See Jane's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2024-11 cost-spike debug for the exact query.)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2057400"/>
            <a:ext cx="3154680" cy="2194560"/>
          </a:xfrm>
          <a:prstGeom prst="rect">
            <a:avLst/>
          </a:prstGeom>
          <a:solidFill>
            <a:srgbClr val="E5EE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1671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 NEURONS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25146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cloud-cost-audit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269748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skillsgit-curated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69280" y="292608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cloud-cost-alert-designer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310896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skillsgit-curated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69280" y="33375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kubernetes-cost-optimizer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352044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skillsgit-curated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0" y="374904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2024-11-cost-spike-egress-debug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393192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@jane-devops-demo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43891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loader output, today, from cycle-1/occupations-personas-capture. Live against Claude.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sides. One platform. Network effects.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06040" cy="219456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Practitioners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lived experience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personas + occupations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paid via Stripe Connect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46888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Git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11880" y="265176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watermark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+ deliver vaults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revenue share on every txn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554480"/>
            <a:ext cx="2606040" cy="219456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occupations + personas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a vault per use case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any agent runtime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265176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265176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023360"/>
            <a:ext cx="8138160" cy="685800"/>
          </a:xfrm>
          <a:prstGeom prst="rect">
            <a:avLst/>
          </a:prstGeom>
          <a:solidFill>
            <a:srgbClr val="E5EE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personas </a:t>
            </a:r>
            <a:pPr algn="ctr" indent="0" marL="0">
              <a:buNone/>
            </a:pPr>
            <a:r>
              <a:rPr lang="en-US" sz="14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buyer use cases </a:t>
            </a:r>
            <a:pPr algn="ctr" indent="0" marL="0">
              <a:buNone/>
            </a:pPr>
            <a:r>
              <a:rPr lang="en-US" sz="14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creator monetization </a:t>
            </a:r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personas.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curves crossed in 2025.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runtimes converged on the file.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skills, OpenAI assistants instructions, Cursor rules — all consume the same shape of structured methodology file.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620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Practitioners want a way to monetize methodology.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2004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have decision-making patterns to sell, but no path that doesn't involve building an app or writing a book.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8862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runtime is the buyer's problem, not ours.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43434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runtimes (Claude Code, ChatGPT, custom) are the consumer. We ship the file. They run it. No inference bill for us.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methodology is a product.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606040" cy="22402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26060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013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globally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repeatable methodology worth packaging — finance, design, legal, biotech, marketing, sales, ops, DevOps.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0420" y="1600200"/>
            <a:ext cx="2606040" cy="22402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0420" y="1600200"/>
            <a:ext cx="26060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7580" y="18013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10M+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49758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building agents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3300" y="3154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them rebuilding the same prompts. Each is a potential buyer.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2606040" cy="22402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00200"/>
            <a:ext cx="26060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8013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Rising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5508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agent wave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154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Cursor, Windsurf, ChatGPT custom GPTs — the addressable buyer pool grows monthly.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0233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professional with a repeatable methodology is a potential creator. Every team building an AI agent is a potential buyer.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 1: built from scratch to shippable MVP.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06040" cy="13258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270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456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304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skills already live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0420" y="1417320"/>
            <a:ext cx="2606040" cy="13258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1860" y="15270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497580" y="2304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skills in the first occupation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2606040" cy="13258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5270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355080" y="2304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memory neurons in the first persona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2606040" cy="13258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3580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800+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640080" y="38130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 across module + integration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60420" y="2926080"/>
            <a:ext cx="2606040" cy="13258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1860" y="303580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3497580" y="38130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decisions logged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926080"/>
            <a:ext cx="2606040" cy="13258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03580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6355080" y="38130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answering live, attributed, today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greenfield repo to end-to-end demo: one cycle. Five roles. Zero re-derivation.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Subscriptions on personas. Clip on every transaction.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06040" cy="242316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91440" cy="2423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subscriptions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price their persona 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one-time, or monthly.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seeds supply for Cycle 2;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 opens with vetted creators.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0420" y="1554480"/>
            <a:ext cx="2606040" cy="242316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0420" y="1554480"/>
            <a:ext cx="91440" cy="2423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474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3474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fee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34740" y="27432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clip on every transaction,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or persona, one-time or recurring.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 payouts 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see exact math, paid weekly.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06040" cy="242316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554480"/>
            <a:ext cx="91440" cy="2423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SHIPPED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pricing rails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27432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One-time, subscription, and freemium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wired into the marketplace.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+ watermark + audit trail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from day one.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moats. All compounding.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023360" cy="15544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effects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published persona makes occupations more compelling. Every buyer's use case draws another practitioner. Cold-starts get easier, not harder, as the catalog grows.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4023360" cy="15544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417320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1508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 moat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12080" y="196596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 skills authored, indexed, cross-linked. Re-creating this corpus is a multi-month investment under disciplined doctrine — and we keep adding waves.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108960"/>
            <a:ext cx="4023360" cy="15544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2004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moat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97280" y="36576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at publish, content hashing per build, per-buyer watermarks, Stripe-verified creators. Provenance every step. Buyers know what they got.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108960"/>
            <a:ext cx="4023360" cy="1554480"/>
          </a:xfrm>
          <a:prstGeom prst="rect">
            <a:avLst/>
          </a:prstGeom>
          <a:solidFill>
            <a:srgbClr val="E5EEFD"/>
          </a:solidFill>
          <a:ln w="12700">
            <a:solidFill>
              <a:srgbClr val="E5EE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3108960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32004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Model-agnostic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212080" y="36576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from day one: Claude, GPT, Gemini, open-source. We ship the file format. We're not locked to — or strangled by — any one LLM vendor.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+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next, and what we need.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606040" cy="1920240"/>
          </a:xfrm>
          <a:prstGeom prst="rect">
            <a:avLst/>
          </a:prstGeom>
          <a:solidFill>
            <a:srgbClr val="2A3473"/>
          </a:solidFill>
          <a:ln w="12700">
            <a:solidFill>
              <a:srgbClr val="2A34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733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9476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doors.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capture UX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persona tier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DevOps practitioner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0420" y="1508760"/>
            <a:ext cx="2606040" cy="1920240"/>
          </a:xfrm>
          <a:prstGeom prst="rect">
            <a:avLst/>
          </a:prstGeom>
          <a:solidFill>
            <a:srgbClr val="2A3473"/>
          </a:solidFill>
          <a:ln w="12700">
            <a:solidFill>
              <a:srgbClr val="2A34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3300" y="16733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3300" y="19476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delivery.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34740" y="24231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transport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team accounts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reviews + ratings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2606040" cy="1920240"/>
          </a:xfrm>
          <a:prstGeom prst="rect">
            <a:avLst/>
          </a:prstGeom>
          <a:solidFill>
            <a:srgbClr val="2A3473"/>
          </a:solidFill>
          <a:ln w="12700">
            <a:solidFill>
              <a:srgbClr val="2A34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6733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19476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the catalog.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24231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Multi-occupation packaging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analytics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+ capture quota lift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703320"/>
            <a:ext cx="8138160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94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0507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 seed</a:t>
            </a:r>
            <a:pPr indent="0" marL="0">
              <a:buNone/>
            </a:pPr>
            <a:r>
              <a:rPr lang="en-US" sz="1400" dirty="0">
                <a:solidFill>
                  <a:srgbClr val="0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hire 3 engineers + 1 GTM, recruit 20 practitioner-creators across 5 occupations, ship the paid persona tier inside 90 days.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Git LLC  ·  iamfarzaad@gmail.com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Skills Git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Git — Investor Pitch</dc:title>
  <dc:subject>PptxGenJS Presentation</dc:subject>
  <dc:creator>Skills Git LLC</dc:creator>
  <cp:lastModifiedBy>Skills Git LLC</cp:lastModifiedBy>
  <cp:revision>1</cp:revision>
  <dcterms:created xsi:type="dcterms:W3CDTF">2026-05-27T16:10:42Z</dcterms:created>
  <dcterms:modified xsi:type="dcterms:W3CDTF">2026-05-27T16:10:42Z</dcterms:modified>
</cp:coreProperties>
</file>