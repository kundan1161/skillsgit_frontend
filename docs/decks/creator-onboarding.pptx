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230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3" name="Image 0" descr="D:/skillsgit/scratch/log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144018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0" y="566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GIT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35040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program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783080"/>
            <a:ext cx="8138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expertise.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an AI persona.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Earning subscriptions.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for practitioners — publish your decision-making, get paid every time an agent uses it.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Cycle 1 (free)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PUBLISHING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persona, not a course.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886200" cy="260604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886200" cy="91440"/>
          </a:xfrm>
          <a:prstGeom prst="rect">
            <a:avLst/>
          </a:prstGeom>
          <a:solidFill>
            <a:srgbClr val="5A6280"/>
          </a:solidFill>
          <a:ln w="12700">
            <a:solidFill>
              <a:srgbClr val="5A6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18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Recorded videos.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catalog — once shot, it's done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stale the moment your stack changes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market it, you build the funnel, you handle churn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watch. Then they still need to do the 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886200" cy="260604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17320"/>
            <a:ext cx="38862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18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PERSONA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920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decision patterns.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real situations you lived through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loads it — the AI does the 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subscribe; you earn every time they pay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neuron in 10 minutes when your stack moves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teach.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decide. The AI replays your decisions for the buyer who's stuck.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BUYING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buyers. All paying LLM bills already.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06040" cy="260604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0180" y="164592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01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an AI agent for on-call.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"DevOps veteran" personas for incident pattern memory.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0420" y="1417320"/>
            <a:ext cx="2606040" cy="260604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97580" y="2496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CONSULTANT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4330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Claude Code for a fractional CFO gig.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43300" y="3383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"Financial controller" personas to handle month-end close.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06040" cy="260604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5180" y="164592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51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▣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355080" y="2496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Adopting AI across departments.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curated occupations + reputable personas for compliance.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all paying LLM bills already. Adding your expertise is the cheapest upgrade they can buy.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PERSONA LOOKS LIKE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real neuron. From the demo persona.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3246120"/>
          </a:xfrm>
          <a:prstGeom prst="rect">
            <a:avLst/>
          </a:prstGeom>
          <a:solidFill>
            <a:srgbClr val="FEF8E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109728" cy="324612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@jane-devops-demo · 2024-08-flaky-tests.skills.md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920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after Redis 7.2 upgrade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situation: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240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hours after a Redis 7.0 → 7.2 minor upgrade, CI suite started timing out 35% of nightly runs.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7432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7.0 in CI, bisected the harness against 7.2. Found WAIT semantics changed; 10s timeout no longer enough.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Reverted in 12 min. Rewrote assert_eventually() to use per-test budgets. Zero flakes over the next 600 runs.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3749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base/ci-pipeline-architect  ·  base/gha-workflow-optimizer  ·  base/chaos-experiment-planner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shape. Five fields. One published neuron. A buyer's agent loads it next time they ask about flaky CI.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CAPTURE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fields. One Submit button.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88720" y="1417320"/>
            <a:ext cx="6766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417320"/>
            <a:ext cx="6766560" cy="4114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/capture · Jane's On-Call Brain · draft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 </a:t>
            </a:r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when, who was involved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2221992"/>
            <a:ext cx="6217920" cy="411480"/>
          </a:xfrm>
          <a:prstGeom prst="rect">
            <a:avLst/>
          </a:prstGeom>
          <a:solidFill>
            <a:srgbClr val="FCE2E3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2219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hours after a Redis 7.0 → 7.2 minor upgrade, the CI suite…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7249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 </a:t>
            </a:r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chose to do and why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2980944"/>
            <a:ext cx="6217920" cy="411480"/>
          </a:xfrm>
          <a:prstGeom prst="rect">
            <a:avLst/>
          </a:prstGeom>
          <a:solidFill>
            <a:srgbClr val="FCE2E3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98094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Redis 7.0 across CI, opened an incident, bisected the harness…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48386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 </a:t>
            </a:r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next; would you do it again?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63040" y="3739896"/>
            <a:ext cx="6217920" cy="411480"/>
          </a:xfrm>
          <a:prstGeom prst="rect">
            <a:avLst/>
          </a:prstGeom>
          <a:solidFill>
            <a:srgbClr val="FCE2E3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73989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Reverted in 12 minutes. Rewrote assert_eventually() to use a per-test budget…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42885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 </a:t>
            </a:r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tools, team size, dates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224528"/>
            <a:ext cx="141732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draft 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minutes per neuron. AI drafts the structured output. You review, edit, publish.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SUBMIT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steps. You stay in control.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06040" cy="205740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260604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 ·  EXTRACT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your input, drafts a structured .skills.md file with the right metadata.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seconds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06040" cy="205740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08760"/>
            <a:ext cx="2606040" cy="457200"/>
          </a:xfrm>
          <a:prstGeom prst="rect">
            <a:avLst/>
          </a:prstGeom>
          <a:solidFill>
            <a:srgbClr val="D94248"/>
          </a:solidFill>
          <a:ln w="12700">
            <a:solidFill>
              <a:srgbClr val="D942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 ·  LINK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2-4 base-occupation skills your neuron relates to. You confirm.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check the boxes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606040" cy="2057400"/>
          </a:xfrm>
          <a:prstGeom prst="rect">
            <a:avLst/>
          </a:prstGeom>
          <a:solidFill>
            <a:srgbClr val="FCE2E3"/>
          </a:solidFill>
          <a:ln w="12700">
            <a:solidFill>
              <a:srgbClr val="FCE2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508760"/>
            <a:ext cx="2606040" cy="4572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 ·  VALIDATE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scan flags emails, names, secrets. You redact or pseudonymize before publishing.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= hard block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23545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79592" y="23545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lose control.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neuron you publish, you reviewed and approved.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+ IP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slide they'll read most carefully.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1508760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777240" cy="1508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©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17320" y="15819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IP — yours.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9659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neuron you publish, you own. Skills Git licenses it on your behalf — you can yank, edit, or deprecate at any 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4023360" cy="1508760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417320"/>
            <a:ext cx="777240" cy="1508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417320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⚿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32120" y="15819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— auto-flagged.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19659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CCNs, SSNs, AWS keys — hard-blocked at publish. Emails, customer names, IPs — flagged for you to redact.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4023360" cy="1508760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63240"/>
            <a:ext cx="777240" cy="1508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§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417320" y="3227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NDA-compatible.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611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publish scenarios in your own words, not employer documents. Skills Git LLC will sign a one-way NDA if your employer requires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063240"/>
            <a:ext cx="4023360" cy="1508760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063240"/>
            <a:ext cx="777240" cy="1508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063240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▒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532120" y="3227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Watermarked downloads.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32120" y="3611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buyer's copy is uniquely watermarked. If a copy leaks, we know where from. Your work is traceable.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employer wants paperwork before you publish, we have a template ready.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GET PAID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 Connect. Weekly transfers.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331720" cy="2011680"/>
          </a:xfrm>
          <a:prstGeom prst="rect">
            <a:avLst/>
          </a:prstGeom>
          <a:solidFill>
            <a:srgbClr val="FEF8E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3020" y="160020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30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Buyer subscribes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charges the card. We hold nothing else from you.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331720" cy="2011680"/>
          </a:xfrm>
          <a:prstGeom prst="rect">
            <a:avLst/>
          </a:prstGeom>
          <a:solidFill>
            <a:srgbClr val="FEF8E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09060" y="160020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90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4612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fee deducted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split — you see the exact math on every transaction.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1417320"/>
            <a:ext cx="2331720" cy="2011680"/>
          </a:xfrm>
          <a:prstGeom prst="rect">
            <a:avLst/>
          </a:prstGeom>
          <a:solidFill>
            <a:srgbClr val="FEF8E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5100" y="160020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51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▦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85216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transfer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Express pays into your bank account weekly.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8138160" cy="100584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221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 (NOW)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0965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during early access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find what creators love.</a:t>
            </a:r>
            <a:pPr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Paid tier launches Cycle 2 with your input — you'll set your own price (one-time or monthly).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CREATOR PROFILE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Builds with every neuron you publish.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41148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1618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Jane Devops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@jane-devops  ·  ✓ Verified creator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 DevOps + on-call. Publishing what I've actually shipped.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PERSONAS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Veteran</a:t>
            </a:r>
            <a:pPr indent="0" marL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142 subscribers  ·  ★ 4.8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Cost-Cynic</a:t>
            </a:r>
            <a:pPr indent="0" marL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·  47 subscribers  ·  ★ 4.6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"Saved us a sev-2. The Redis upgrade neuron is gold."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600200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087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Verified-creator badge
</a:t>
            </a:r>
            <a:pPr indent="0" marL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after your first published persona.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313432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2221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counts + ratings
</a:t>
            </a:r>
            <a:pPr indent="0" marL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 every persona you publish.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026664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935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reviews
</a:t>
            </a:r>
            <a:pPr indent="0" marL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feedback from the engineers who used your work.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3739896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64845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counter
</a:t>
            </a:r>
            <a:pPr indent="0" marL="0">
              <a:buNone/>
            </a:pPr>
            <a:r>
              <a:rPr lang="en-US" sz="11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only to you — track every dollar in real time.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4160520"/>
            <a:ext cx="3703320" cy="5943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1605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buyers cite your work, the more credibility you accumulate.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steps. About twenty minutes.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90472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display name.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4340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Stripe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276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Express — no app to install.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340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24328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96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your occupation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 overlays one (DevOps, FP&amp;A, design systems…).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43400" y="2688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191256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your first neuron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4-field form, review the AI draft, publish.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43400" y="3255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5-10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758184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your creator URL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skillsgit.com/u/your-handle. Embed it anywhere.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43400" y="3822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942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1417320"/>
            <a:ext cx="3017520" cy="283464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0116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</a:t>
            </a:r>
            <a:endParaRPr lang="en-US" sz="11000" dirty="0"/>
          </a:p>
        </p:txBody>
      </p:sp>
      <p:sp>
        <p:nvSpPr>
          <p:cNvPr id="34" name="Text 32"/>
          <p:cNvSpPr/>
          <p:nvPr/>
        </p:nvSpPr>
        <p:spPr>
          <a:xfrm>
            <a:off x="585216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85216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first published neuron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 the same time as your morning coffee + standup.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questions creators actually ask.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1033272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I leave my job — can I still publish?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18745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You publish in your own name, not your employer's. Your IP, not theirs.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4023360" cy="1033272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417320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463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no one buys?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82312" y="18745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 is free, no risk. Cycle 2 pricing comes after we've seen what creators publish and what buyers ask for.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542032"/>
            <a:ext cx="4023360" cy="1033272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42032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5877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I use my own Anthropic API key?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" y="2999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 feature (BYOK). Today you use 10 free captures/month on the platform key.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542032"/>
            <a:ext cx="4023360" cy="1033272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542032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25877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 my neurons training the next ChatGPT?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82312" y="2999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We don't feed your content into any training set. Buyers download a file; their agent reads it at runtime.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666744"/>
            <a:ext cx="4023360" cy="1033272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666744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7124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about non-compete?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7512" y="412394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employed by Skills Git. Publishing your persona is parallel to writing on Medium or running a Substack.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3666744"/>
            <a:ext cx="4023360" cy="1033272"/>
          </a:xfrm>
          <a:prstGeom prst="rect">
            <a:avLst/>
          </a:prstGeom>
          <a:solidFill>
            <a:srgbClr val="FEF8E0"/>
          </a:solidFill>
          <a:ln w="6350">
            <a:solidFill>
              <a:srgbClr val="F9E79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666744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74920" y="37124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I price it later?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82312" y="412394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(Cycle 2) lets you set one-time price or monthly subscription. Industry benchmarks: $5-50/mo.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Creator onboarding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338328"/>
            <a:ext cx="1243584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3" name="Image 0" descr="D:/skillsgit/scratch/log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the first practitioner persona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Skills Git.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3246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recruiting 20 practitioner-creators for Cycle 2 launch.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703320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marketplace placement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0420" y="3703320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5186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platform fees for 6 months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3703320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co-design input on paid tier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4572000"/>
            <a:ext cx="8138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iamfarzaad@gmail.com</a:t>
            </a:r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GitHub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github.com/skillsgit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Skills Git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Git — Creator Onboarding</dc:title>
  <dc:subject>PptxGenJS Presentation</dc:subject>
  <dc:creator>Skills Git LLC</dc:creator>
  <cp:lastModifiedBy>Skills Git LLC</cp:lastModifiedBy>
  <cp:revision>1</cp:revision>
  <dcterms:created xsi:type="dcterms:W3CDTF">2026-05-27T16:23:40Z</dcterms:created>
  <dcterms:modified xsi:type="dcterms:W3CDTF">2026-05-27T16:23:40Z</dcterms:modified>
</cp:coreProperties>
</file>