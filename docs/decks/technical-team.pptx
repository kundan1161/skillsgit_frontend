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D:/skillsgit/scratch/logoma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365760"/>
            <a:ext cx="82296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 Git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Cycle 1 Technical Overview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457200" y="2606040"/>
            <a:ext cx="914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Occupation Personas: architecture, data model, key flows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onboarding deck  ·  Audience: backend, frontend, data, platform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4160520"/>
            <a:ext cx="5120640" cy="411480"/>
          </a:xfrm>
          <a:prstGeom prst="rect">
            <a:avLst/>
          </a:prstGeom>
          <a:solidFill>
            <a:srgbClr val="1F2A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160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</a:t>
            </a:r>
            <a:pPr indent="0" marL="0">
              <a:buNone/>
            </a:pPr>
            <a:r>
              <a:rPr lang="en-US" sz="1100" b="1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cycle-1/occupations-personas-capture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0" y="4160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  ·  Skills Git LLC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246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shipped — Cycle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waves, 4 new bounded contexts, all gates green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3212" y="1280160"/>
            <a:ext cx="1920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3212" y="1280160"/>
            <a:ext cx="19202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" y="1417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53212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 of work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" y="235915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T-01 to T-15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92324" y="1280160"/>
            <a:ext cx="1920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92324" y="1280160"/>
            <a:ext cx="19202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92324" y="1417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2592324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bounded contexts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65476" y="235915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occupations · personas · capture · vault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31436" y="1280160"/>
            <a:ext cx="1920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31436" y="1280160"/>
            <a:ext cx="19202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1436" y="1417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4631436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migrations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4588" y="235915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0006 -&gt; 0010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70548" y="1280160"/>
            <a:ext cx="1920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70548" y="1280160"/>
            <a:ext cx="19202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0548" y="1417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6670548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ADRs locked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43700" y="235915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team/decisions.md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4068" y="2926080"/>
            <a:ext cx="2606040" cy="1417320"/>
          </a:xfrm>
          <a:prstGeom prst="rect">
            <a:avLst/>
          </a:prstGeom>
          <a:solidFill>
            <a:srgbClr val="36454F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4068" y="4251960"/>
            <a:ext cx="26060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" y="30632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809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544068" y="37033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" y="39593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integration · smoke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68980" y="2926080"/>
            <a:ext cx="2606040" cy="1417320"/>
          </a:xfrm>
          <a:prstGeom prst="rect">
            <a:avLst/>
          </a:prstGeom>
          <a:solidFill>
            <a:srgbClr val="36454F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68980" y="4251960"/>
            <a:ext cx="26060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68980" y="30632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168</a:t>
            </a:r>
            <a:endParaRPr lang="en-US" sz="4200" dirty="0"/>
          </a:p>
        </p:txBody>
      </p:sp>
      <p:sp>
        <p:nvSpPr>
          <p:cNvPr id="35" name="Text 33"/>
          <p:cNvSpPr/>
          <p:nvPr/>
        </p:nvSpPr>
        <p:spPr>
          <a:xfrm>
            <a:off x="3268980" y="37033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endpoints + 30-skill seed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60420" y="39593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occupations · personas · capture · vault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93892" y="2926080"/>
            <a:ext cx="2606040" cy="1417320"/>
          </a:xfrm>
          <a:prstGeom prst="rect">
            <a:avLst/>
          </a:prstGeom>
          <a:solidFill>
            <a:srgbClr val="36454F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93892" y="4251960"/>
            <a:ext cx="26060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93892" y="30632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4200" dirty="0"/>
          </a:p>
        </p:txBody>
      </p:sp>
      <p:sp>
        <p:nvSpPr>
          <p:cNvPr id="40" name="Text 38"/>
          <p:cNvSpPr/>
          <p:nvPr/>
        </p:nvSpPr>
        <p:spPr>
          <a:xfrm>
            <a:off x="5993892" y="37033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regressions in 456 legacy skills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085332" y="39593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validate green post-migration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 ·  Cycle 1 Technical Overview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68096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246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two new product types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vs Persona — both are first-class skill kinds (ADR-004)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4114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25880"/>
            <a:ext cx="91440" cy="3337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Occupation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= occupation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194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Curated, graph-linked bundle of existing skills. Listed and sold as one product.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880360"/>
            <a:ext cx="3657600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803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83080" y="28803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row + occupations side-table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20954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83080" y="320954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occupation_skills join (role: core/supporting/optional)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" y="3538728"/>
            <a:ext cx="3657600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387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83080" y="35387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skillsgit-curated/ai-devops-engineer (30 skills, 7 domains)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86791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 output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83080" y="386791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domains/{domain}/{slug}.md tree, 250 KB zip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4197096"/>
            <a:ext cx="3657600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19709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83080" y="419709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 buyer, composition_role=occupation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1325880"/>
            <a:ext cx="4114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325880"/>
            <a:ext cx="91440" cy="3337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89204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= persona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2194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overlay — recorded memory_neurons that compose onto a parent occupation.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2880360"/>
            <a:ext cx="3657600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8803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80760" y="28803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row + personas side-table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37760" y="320954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80760" y="320954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persona_neurons join (kind=memory_neuron skills)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92040" y="3538728"/>
            <a:ext cx="3657600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5387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80760" y="35387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jane-devops-demo/incident-veteran (7 neurons)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37760" y="386791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 output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80760" y="386791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personas/{handle}/{slug}/ subtree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92040" y="4197096"/>
            <a:ext cx="3657600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419709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80760" y="419709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per buyer, gated on parent_occupation_id ownership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 ·  Cycle 1 Technical Overview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68096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246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at a glance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from docs/diagrams/00-system-overview/high-level-architecture.drawio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D:\skillsgit\scratch\deck-build\diag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7428"/>
            <a:ext cx="5440680" cy="30973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89320" y="1188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apps · 3 packages · 4 infra services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89320" y="1508760"/>
            <a:ext cx="283464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apps/api — FastAPI + Arq worker</a:t>
            </a:r>
            <a:endParaRPr lang="en-US" sz="1000" dirty="0"/>
          </a:p>
          <a:p>
            <a:pPr lvl="1" marL="508000" indent="-254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/v1/* routers mount in main.py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apps/web-marketplace — Next.js 15</a:t>
            </a:r>
            <a:endParaRPr lang="en-US" sz="1000" dirty="0"/>
          </a:p>
          <a:p>
            <a:pPr lvl="1" marL="508000" indent="-254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UX (active)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apps/web-creator — Next.js 15</a:t>
            </a:r>
            <a:endParaRPr lang="en-US" sz="1000" dirty="0"/>
          </a:p>
          <a:p>
            <a:pPr lvl="1" marL="508000" indent="-254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+ persona builder (Cycle 2 deferral)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packages/{skills-schema, api-client, ui}</a:t>
            </a:r>
            <a:endParaRPr lang="en-US" sz="1000" dirty="0"/>
          </a:p>
          <a:p>
            <a:pPr lvl="1" marL="508000" indent="-254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Zod, openapi codegen, shadcn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docker-compose: pg/redis/minio/mailhog</a:t>
            </a:r>
            <a:endParaRPr lang="en-US" sz="1000" dirty="0"/>
          </a:p>
          <a:p>
            <a:pPr lvl="1" marL="508000" indent="-254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ports :5433, :6379, :9000, :8025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 ·  Cycle 1 Technical Overview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68096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246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module graph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src/* bounded contexts — 4 new (teal) layer on top of existing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D:\skillsgit\scratch\deck-build\diag-modu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191" y="1188720"/>
            <a:ext cx="4148658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97880" y="1188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new bounded contexts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97880" y="1508760"/>
            <a:ext cx="29260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occupations/</a:t>
            </a:r>
            <a:endParaRPr lang="en-US" sz="1000" dirty="0"/>
          </a:p>
          <a:p>
            <a:pPr lvl="1" marL="508000" indent="-254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kind=occupation + occupation_skills join. Schemas, service, router, 55 tests.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personas/</a:t>
            </a:r>
            <a:endParaRPr lang="en-US" sz="1000" dirty="0"/>
          </a:p>
          <a:p>
            <a:pPr lvl="1" marL="508000" indent="-254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kind=persona + persona_neurons. 409 gate on parent. 59 tests.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capture/</a:t>
            </a:r>
            <a:endParaRPr lang="en-US" sz="1000" dirty="0"/>
          </a:p>
          <a:p>
            <a:pPr lvl="1" marL="508000" indent="-254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CaptureSession + LLM + PII + Redis quota + Arq job. 77 tests.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vault/</a:t>
            </a:r>
            <a:endParaRPr lang="en-US" sz="1000" dirty="0"/>
          </a:p>
          <a:p>
            <a:pPr lvl="1" marL="508000" indent="-254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+ composer + manifest + validator. 53 tests.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97880" y="4160520"/>
            <a:ext cx="2926080" cy="5029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7E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lean on src/core/ for db, deps, cache, logging.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 ·  Cycle 1 Technical Overview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68096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246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model deltas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new tables + skills.kind discriminator + license composition columns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Tables introduced (migrations 0006-0010)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81328"/>
          <a:ext cx="566928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777240"/>
                <a:gridCol w="2926080"/>
                <a:gridCol w="4572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Table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 FKs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skill_id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skills.id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occupation_skills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occupation_id, member_skill_id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skill_id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skills.id, parent_occupation_id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persona_neurons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persona_id, neuron_skill_id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capture_sessions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creator_id, persona_id, finalized_neuron_skill_id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capture_attachments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capture_session_id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vault_builds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skill_id, skill_version_id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vault_downloads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occ_license_id, buyer_id, occ_build_id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63640" y="1188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 (excerpt)</a:t>
            </a:r>
            <a:endParaRPr lang="en-US" sz="1100" dirty="0"/>
          </a:p>
        </p:txBody>
      </p:sp>
      <p:pic>
        <p:nvPicPr>
          <p:cNvPr id="10" name="Image 0" descr="D:\skillsgit\scratch\deck-build\diag-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7182" y="1508760"/>
            <a:ext cx="2153235" cy="2743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65760" y="4251960"/>
            <a:ext cx="8458200" cy="4572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skills.kind </a:t>
            </a:r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widens: skill (default) · occupation · persona · memory_neuron    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  licenses </a:t>
            </a:r>
            <a:pPr indent="0" marL="0">
              <a:buNone/>
            </a:pPr>
            <a:r>
              <a:rPr lang="en-US" sz="1000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composition_role + target_occupation_skill_id (snapshot)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 ·  Cycle 1 Technical Overview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68096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246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skills.md spec extension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ADR-009 — 5 new optional frontmatter fields; 452 legacy skills still validate green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54864" cy="3383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" y="1188720"/>
            <a:ext cx="4882896" cy="3383280"/>
          </a:xfrm>
          <a:prstGeom prst="rect">
            <a:avLst/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43584"/>
            <a:ext cx="466344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─── New optional fields (ADR-009) 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skill | occupation | persona | memory_neuron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default: skill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target: &lt;slug or vault path&gt;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relation: applies | extends | contradicts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| see-also | recorded-instance-of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weight: 0..1   # informational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parent_occupation_id: &lt;uuid&gt;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required when kind=persona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neuron:                       # required when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situation: ""               # kind=memory_neuron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decision:  ""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outcome:   ""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recorded_at: ISO-8601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confidence: 0..1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vault_path: ""                # builder-authored;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# creators MUST NOT set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32120" y="1188720"/>
            <a:ext cx="3246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32120" y="1188720"/>
            <a:ext cx="54864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2344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Backward compat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1463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extra='forbid' widens to accept 5 new named fields; nothing else changes. Existing files parse + validate unchanged.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32120" y="2057400"/>
            <a:ext cx="3246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32120" y="2057400"/>
            <a:ext cx="54864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10312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 codes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0" y="23317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frontmatter.neuron.required_for_memory_neuron · persona.missing_parent · vault_path.creator_authored_forbidden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32120" y="2926080"/>
            <a:ext cx="3246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32120" y="2926080"/>
            <a:ext cx="54864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29718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source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0" y="32004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prompts/shared/skills-md-spec.md is amended in lockstep with apps/api/src/skills/validator.py.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32120" y="3794760"/>
            <a:ext cx="3246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32120" y="3794760"/>
            <a:ext cx="54864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3840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Zod mirror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0" y="4069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packages/skills-schema/ hand-maintained today; pnpm codegen as Cycle 2 task (open question O-3).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 ·  Cycle 1 Technical Overview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246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extracting → draft_ready → finalized. Source: apps/api/src/capture/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D:\skillsgit\scratch\deck-build\diag-cap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975" y="1143000"/>
            <a:ext cx="2420170" cy="3611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108960" y="114300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the work happens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108960" y="1463040"/>
            <a:ext cx="5715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extract_neuron Arq job</a:t>
            </a:r>
            <a:endParaRPr lang="en-US" sz="1000" dirty="0"/>
          </a:p>
          <a:p>
            <a:pPr lvl="1" marL="508000" indent="-254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capture/jobs.py · stub via SKG_CAPTURE_LLM_STUB=1; prod uses capture/llm.py + Claude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Redis-backed quota</a:t>
            </a:r>
            <a:endParaRPr lang="en-US" sz="1000" dirty="0"/>
          </a:p>
          <a:p>
            <a:pPr lvl="1" marL="508000" indent="-254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capture/quota.py · key capture:quota:{creator}:{YYYY-MM} · cap 10/month · 429 on overrun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scan</a:t>
            </a:r>
            <a:endParaRPr lang="en-US" sz="1000" dirty="0"/>
          </a:p>
          <a:p>
            <a:pPr lvl="1" marL="508000" indent="-254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capture/pii.py · SECRET_PATTERNS hard-block + warn list; re-scan at finalize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finalize transaction</a:t>
            </a:r>
            <a:endParaRPr lang="en-US" sz="1000" dirty="0"/>
          </a:p>
          <a:p>
            <a:pPr lvl="1" marL="508000" indent="-254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validate_file -&gt; INSERT skills/skill_versions -&gt; S3 put -&gt; persona_neurons -&gt; attachments copy -&gt; UPDATE session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08960" y="3794760"/>
            <a:ext cx="54864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63824" y="3794760"/>
            <a:ext cx="5660136" cy="868680"/>
          </a:xfrm>
          <a:prstGeom prst="rect">
            <a:avLst/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0" y="3849624"/>
            <a:ext cx="5440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/v1/capture/sessions/{id}/finalize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service.finalize_session()   # apps/api/src/capture/service.py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ONE Postgres txn; ANY step fails =&gt; full rollback (ADR-015)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 ·  Cycle 1 Technical Overview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68096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246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 build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build_occupation + build_persona produce deterministic content-addressed zips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D:\skillsgit\scratch\deck-build\diag-vault-bui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873" y="1143000"/>
            <a:ext cx="4155574" cy="3611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0" y="1143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141732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EPOCH_TIMESTAMP zip entries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filenames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_derive_vault_id is UUIDv4 over inputs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content_hash idempotent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52160" y="2788920"/>
            <a:ext cx="54864" cy="1874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07024" y="2788920"/>
            <a:ext cx="2962656" cy="1874520"/>
          </a:xfrm>
          <a:prstGeom prst="rect">
            <a:avLst/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0" y="2843784"/>
            <a:ext cx="274320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apps/api/src/vault/builder.py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build_occupation(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session, skill_id,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version=None,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force_rebuild=False,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VaultBuild: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hash = sha256(zip_bytes)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existing(skill_id, hash):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existing   # idempotent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s3.put(vaults/{id}/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{ver}/{hash}.zip)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INSERT vault_builds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 ·  Cycle 1 Technical Overview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68096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246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 composition (delivery-time merge)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compose_for_license: occupation + N personas -&gt; per-buyer watermarked zip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D:\skillsgit\scratch\deck-build\diag-com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569" y="1143000"/>
            <a:ext cx="5530223" cy="3611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80760" y="11430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 + audit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80760" y="1417320"/>
            <a:ext cx="27889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key</a:t>
            </a:r>
            <a:endParaRPr lang="en-US" sz="900" dirty="0"/>
          </a:p>
          <a:p>
            <a:pPr lvl="1" marL="508000" indent="-254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composed:{buyer}:{occ}:{sha256(occ_build || sorted(persona_builds))}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24h</a:t>
            </a:r>
            <a:endParaRPr lang="en-US" sz="900" dirty="0"/>
          </a:p>
          <a:p>
            <a:pPr lvl="1" marL="508000" indent="-254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auto-invalidates on any input hash change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Presigned 60s</a:t>
            </a:r>
            <a:endParaRPr lang="en-US" sz="900" dirty="0"/>
          </a:p>
          <a:p>
            <a:pPr lvl="1" marL="508000" indent="-254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delivery/vaults/{nonce}.zip · 1h S3 lifecycle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row</a:t>
            </a:r>
            <a:endParaRPr lang="en-US" sz="900" dirty="0"/>
          </a:p>
          <a:p>
            <a:pPr lvl="1" marL="508000" indent="-254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vault_downloads (per call, snapshot of license set)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Per-buyer watermark</a:t>
            </a:r>
            <a:endParaRPr lang="en-US" sz="900" dirty="0"/>
          </a:p>
          <a:p>
            <a:pPr lvl="1" marL="508000" indent="-254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delivery/watermark.py append-only HTML comment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 ·  Cycle 1 Technical Overview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68096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246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CLI — Layer 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loader, not a hosted runtime (ADR-018). scripts/demo_devops_agent.py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54864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" y="1188720"/>
            <a:ext cx="4974336" cy="1188720"/>
          </a:xfrm>
          <a:prstGeom prst="rect">
            <a:avLst/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43584"/>
            <a:ext cx="4754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uv run python -m scripts.demo_devops_agent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--prompt "AWS bill is up 40%"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--occupation skillsgit-curated/ai-devops-engineer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--persona jane-devops-demo/incident-veteran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32120" y="1188720"/>
            <a:ext cx="3291840" cy="11887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REFERENCE LOADER ==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23560" y="15544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hosted runtime.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23560" y="1828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per ADR-018: a sample integration buyers can copy. Their own agent reads the vault — Skills Git ships the format, not the inference.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514600"/>
            <a:ext cx="8458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Consulted neurons (extracted from Claude's JSON answer)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34640"/>
          <a:ext cx="8458200" cy="914400"/>
        </p:xfrm>
        <a:graphic>
          <a:graphicData uri="http://schemas.openxmlformats.org/drawingml/2006/table">
            <a:tbl>
              <a:tblPr/>
              <a:tblGrid>
                <a:gridCol w="4709160"/>
                <a:gridCol w="1737360"/>
                <a:gridCol w="73152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vault_path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creator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version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kind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domains/cost/cloud-cost-audit.md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skillsgit-curated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skill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domains/cost/cloud-cost-alert-designer.md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skillsgit-curated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skill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personas/jane-devops-demo/incident-veteran/2024-11-cost-spike-egress-debug.md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jane-devops-demo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memory_neuron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domains/observability/cardinality-cost-reviewer.md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skillsgit-curated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skill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365760" y="4480560"/>
            <a:ext cx="8458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resolved via vault.json.attribution_index built by vault/builder.py; consulted_block parsed by demo_devops_agent.py:_parse_consulted_block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 ·  Cycle 1 Technical Overview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68096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246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surface (new endpoints)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mounted under /v1; ErrorResponse + cursor pagination conventions inherited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5820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4160520"/>
                <a:gridCol w="2240280"/>
                <a:gridCol w="128016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Method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Auth scope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Module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/v1/occupations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/v1/occupations/{id}/skills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 (owner)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/v1/occupations/{id}/build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 (owner)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occupations + vault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/v1/occupations/{handle}/{slug}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/v1/personas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/v1/personas/{id}/publish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 (owner)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/v1/personas/{id}/neurons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entitlement-gated (404 leak-proof)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/v1/capture/sessions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/v1/capture/sessions/{id}/finalize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 (owner)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/v1/vault-builds/{id}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 (owner) or 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/v1/licenses/{occ_lic_id}/vault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 owner or 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/v1/me/vault-downloads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user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370832"/>
            <a:ext cx="8458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extended: POST /v1/checkout/sessions adds a 409 persona.requires_parent_occupation gate (billing/router.py).  Webhooks add: occupation.published · persona.published · persona.composed_into_vault.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 ·  Cycle 1 Technical Overview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68096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246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fleet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src/ tests/ -&gt; 809 green. mypy --strict + ruff clean.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1828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88720"/>
            <a:ext cx="18288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533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tests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31720" y="1188720"/>
            <a:ext cx="1828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1188720"/>
            <a:ext cx="18288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13533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37744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377440"/>
            <a:ext cx="1828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77440"/>
            <a:ext cx="18288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420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1148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unit tests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31720" y="2377440"/>
            <a:ext cx="1828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31720" y="2377440"/>
            <a:ext cx="18288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31720" y="25420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546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37744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tests (zero regression)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34840" y="11887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breakdown (apps/api/src/&lt;ctx&gt;/tests/)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508760"/>
          <a:ext cx="4389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24688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Context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occupations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service + 34 router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personas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service + 32 router; 409 gate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capture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PII + 10 quota + 22 svc + 27 router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vault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builder 31 + composer 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integration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tests/integration/test_*_flow.py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365760" y="3840480"/>
            <a:ext cx="8458200" cy="7772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fixtures in tests/fixtures/vaults/expected-* catch vault.json drift.   Stub LLM via SKG_CAPTURE_LLM_STUB=1.   Snapshot regen via UPDATE_VAULT_SNAPSHOTS=1.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0292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Run: cd apps/api &amp;&amp; SKG_CAPTURE_LLM_STUB=1 uv run pytest src/ tests/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 ·  Cycle 1 Technical Overview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68096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246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 / CD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 gates + nightly smoke run hits the full demo pipeline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40233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40233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Per-PR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16276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.github/workflows/ci.yml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374904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(ruff)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typecheck (mypy --strict)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(sqlite for unit, pg for integration)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build (web-marketplace)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check (head only / down-then-up)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069080" cy="3337560"/>
          </a:xfrm>
          <a:prstGeom prst="rect">
            <a:avLst/>
          </a:prstGeom>
          <a:solidFill>
            <a:srgbClr val="36454F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188720"/>
            <a:ext cx="40690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2801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Nightly smoke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16276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.github/workflows/team-smoke.yml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920240"/>
            <a:ext cx="37947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17 3 * * * UTC + per-PR + manual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16 + Redis 7 service containers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SKG_CAPTURE_LLM_STUB=1; no Anthropic egress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build_devops_vault -&gt; build_devops_persona -&gt; demo CLI snapshot-only -&gt; diff against expected fixtures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loudly on vault.json drift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 ·  Cycle 1 Technical Overview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246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External integrations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external services; everything else is in-tree under infra/docker-compose.yml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269748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73152" cy="3429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Stripe Connect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2331720" cy="2743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83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 + webhooks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/v1/checkout/sessions handles any kind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transfer_data.destination = creator's connected acct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events ratify license rows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multi-creator splits per transaction (ADR-002)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27832" y="1188720"/>
            <a:ext cx="269748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7832" y="1188720"/>
            <a:ext cx="73152" cy="3429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0712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 Claude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10712" y="1783080"/>
            <a:ext cx="2331720" cy="2743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1783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 + demo CLI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10712" y="219456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capture/llm.py (model: claude-sonnet-4-7)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core/anthropic.py shared SDK factory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10 captures / month / creator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CLI is a reference loader (ADR-018)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9904" y="1188720"/>
            <a:ext cx="269748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1188720"/>
            <a:ext cx="73152" cy="3429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object layout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72784" y="1783080"/>
            <a:ext cx="2331720" cy="2743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1783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 + delivery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72784" y="219456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skills/{id}/{ver}/{hash}.md — individual files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vaults/{skill_id}/{ver}/{hash}.zip — vault builds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delivery/vaults/{nonce}.zip — composed (1h TTL)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attachments/personas/{persona}/{sha256}.{ext}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 ·  Cycle 1 Technical Overview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8096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246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dev — getting going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stack up, run the migrations, then exercise the demo path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54864" cy="3520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" y="1143000"/>
            <a:ext cx="8403336" cy="3520440"/>
          </a:xfrm>
          <a:prstGeom prst="rect">
            <a:avLst/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97864"/>
            <a:ext cx="818388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Stack up — pg :5433 · redis :6379 · minio :9000 · mailhog :8025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-f infra/docker-compose.yml up -d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Apply migrations (creates the 5 new tables + skills.kind column)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apps/api &amp;&amp; uv run alembic upgrade head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Frontends — turbo: web-marketplace :3000 · api :8000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../.. &amp;&amp; pnpm install &amp;&amp; pnpm dev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Build Layer A — curated DevOps occupation (450 base + 30-skill bundle)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apps/api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-m scripts.publish_curated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-m scripts.build_devops_vault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Build Layer B — sample persona overlay (7 neurons)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-m scripts.build_devops_persona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Run Layer C demo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ANTHROPIC_API_KEY=sk-ant-...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-m scripts.demo_devops_agent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--prompt "AWS bill is up 40%"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--occupation skillsgit-curated/ai-devops-engineer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--persona   jane-devops-demo/incident-veteran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 ·  Cycle 1 Technical Overview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246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items found during diagramming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spec-vs-code reconciliation items — Cycle 2 candidates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41605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88720"/>
            <a:ext cx="73152" cy="12801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 endpoint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57276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200 + presigned URL synchronously, not the spec'd 202 + job + 200.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139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vault/router.py · spec team/02-api-surface.md §4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17720" y="1188720"/>
            <a:ext cx="41605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188720"/>
            <a:ext cx="73152" cy="12801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Stale model id in capture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57276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capture/service.py hardcodes claude-sonnet-4-6; validator allowlist drift.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00600" y="2139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apps/api/src/capture/service.py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606040"/>
            <a:ext cx="41605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606040"/>
            <a:ext cx="73152" cy="12801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697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vault_downloads on miss only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99008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happens only on cache MISS, so repeat downloads from cache aren't audited.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557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apps/api/src/vault/composer.py · audit gap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17720" y="2606040"/>
            <a:ext cx="41605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2606040"/>
            <a:ext cx="73152" cy="12801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697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 folder name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299008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says base/&lt;slug&gt;; builder emits domains/&lt;domain&gt;/&lt;slug&gt;.md. Composer + validator both already accommodate.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3557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team/03-vault-generation.md vs vault/builder.py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4114800"/>
            <a:ext cx="8458200" cy="5029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drift items total — full inventory in </a:t>
            </a:r>
            <a:pPr indent="0" marL="0">
              <a:buNone/>
            </a:pPr>
            <a:r>
              <a:rPr lang="en-US" sz="1000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team/dev-diary.md</a:t>
            </a:r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§Cycle 2 candidates and per-folder </a:t>
            </a:r>
            <a:pPr indent="0" marL="0">
              <a:buNone/>
            </a:pPr>
            <a:r>
              <a:rPr lang="en-US" sz="1000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docs/diagrams/*/README.md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 ·  Cycle 1 Technical Overview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68096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246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Cycle 2 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lands next — drawn from open questions + Cycle 1 retro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84582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1097280" cy="3383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80160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1234440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 UX + persona dashboard + occupation page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45920" y="1463040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T-09 / T-10 / T-11 — wireframed in team/04-capture-flow.md; the data + APIs are ready, the UI is the gap.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755648"/>
            <a:ext cx="84582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847088"/>
            <a:ext cx="1097280" cy="3383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847088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45920" y="1801368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 personas + Stripe Connect transfer_data wiring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45920" y="2029968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ADR-016 Q-1 deferred. Data model already supports it; persona price field is a no-op today.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322576"/>
            <a:ext cx="84582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414016"/>
            <a:ext cx="1097280" cy="3383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14016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45920" y="2368296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BYOK for capture LLM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45920" y="2596896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creator_api_keys table + per-call key selection. Unblocks creators who hit the 10-captures/month free cap.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889504"/>
            <a:ext cx="84582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980944"/>
            <a:ext cx="1097280" cy="3383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980944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45920" y="2935224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delivery mode (alongside vault bundle)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45920" y="316382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ADR-001 explicitly defers. vault_builds artifact is already designed to be served either way.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456432"/>
            <a:ext cx="84582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547872"/>
            <a:ext cx="1097280" cy="3383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547872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645920" y="3502152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Real-DB-driven snapshot tier in CI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645920" y="3730752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fixtures cover a 3-skill subset; a tier hitting the full 30-skill curated build catches curated-seed drift.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023360"/>
            <a:ext cx="84582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114800"/>
            <a:ext cx="1097280" cy="3383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114800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645920" y="4069080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Recruit a real DevOps practitioner persona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645920" y="4297680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ADR-016 Q-4 — jane-devops-demo is sample data; replace with a real recorded practitioner.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 ·  Cycle 1 Technical Overview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68096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246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to read more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is on disk — these are the authoritative pointers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8458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97864"/>
            <a:ext cx="868680" cy="2743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978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17320" y="11795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team/00-architecture.md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0" y="1179576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diagram + 5 data flow scenarios (curator builds vault, creator publishes persona, capture, compose, agent answers).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81912"/>
            <a:ext cx="868680" cy="2743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5819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17320" y="15636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team/01-data-model-deltas.md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0" y="156362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column + table with PK / FK / index + per-migration ordering.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911096"/>
            <a:ext cx="8458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965960"/>
            <a:ext cx="868680" cy="2743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965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19476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team/02-api-surface.md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6240" y="1947672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/v1/* surface, error code namespace, audit log additions, webhook payloads.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350008"/>
            <a:ext cx="868680" cy="2743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3500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17320" y="23317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team/decisions.md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06240" y="233172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ADRs. ADR-004 (kind discriminator), ADR-006 (compose-on-download), ADR-010 (attribution comment), ADR-018 (CLI as reference loader).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679192"/>
            <a:ext cx="8458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734056"/>
            <a:ext cx="868680" cy="2743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7340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17320" y="27157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team/dev-diary.md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06240" y="271576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Per-wave build journal + retrospective + Cycle 2 candidates queue.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118104"/>
            <a:ext cx="868680" cy="2743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11810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417320" y="30998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team/test-plan.md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06240" y="3099816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matrix per T-task; flips from pending -&gt; passed as agents close out.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447288"/>
            <a:ext cx="8458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502152"/>
            <a:ext cx="868680" cy="2743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5021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417320" y="34838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docs/vault-format.md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06240" y="348386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Buyer-facing format spec with manifest example + 50-line Python reference loader.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886200"/>
            <a:ext cx="868680" cy="2743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8862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HOWTO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417320" y="38679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docs/capture-howto.md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206240" y="3867912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walkthrough — capture a situation, edit the draft, publish into a persona.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4215384"/>
            <a:ext cx="8458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4270248"/>
            <a:ext cx="868680" cy="2743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2702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DIAGRAMS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417320" y="42519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docs/diagrams/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206240" y="425196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native draw.io diagrams across 10 subsystems. Each folder has a README.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 ·  Cycle 1 Technical Overview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68096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D:/skillsgit/scratch/logoma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365760"/>
            <a:ext cx="82296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457200" y="2560320"/>
            <a:ext cx="914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the codebase — pick a module, open the diary entry for its wave, dive in.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2743200" cy="685800"/>
          </a:xfrm>
          <a:prstGeom prst="rect">
            <a:avLst/>
          </a:prstGeom>
          <a:solidFill>
            <a:srgbClr val="1F2A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39136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4360" y="41513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github.com/skillsgit/issues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3840480"/>
            <a:ext cx="2743200" cy="685800"/>
          </a:xfrm>
          <a:prstGeom prst="rect">
            <a:avLst/>
          </a:prstGeom>
          <a:solidFill>
            <a:srgbClr val="1F2A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0" y="39136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Diary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474720" y="41513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team/dev-diary.md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3840480"/>
            <a:ext cx="2743200" cy="685800"/>
          </a:xfrm>
          <a:prstGeom prst="rect">
            <a:avLst/>
          </a:prstGeom>
          <a:solidFill>
            <a:srgbClr val="1F2A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5080" y="39136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7E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355080" y="41513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team/decisions.md  ·  00-09-*.md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 ·  Cycle 1 Technical Overview  ·  commit cycle-1/occupations-personas-capture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Skills Git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 Git — Cycle 1 Technical Overview</dc:title>
  <dc:subject>PptxGenJS Presentation</dc:subject>
  <dc:creator>Skills Git LLC</dc:creator>
  <cp:lastModifiedBy>Skills Git LLC</cp:lastModifiedBy>
  <cp:revision>1</cp:revision>
  <dcterms:created xsi:type="dcterms:W3CDTF">2026-05-27T16:02:03Z</dcterms:created>
  <dcterms:modified xsi:type="dcterms:W3CDTF">2026-05-27T16:02:03Z</dcterms:modified>
</cp:coreProperties>
</file>